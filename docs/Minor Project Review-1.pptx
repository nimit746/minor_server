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21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76910"/>
            <a:ext cx="9807575" cy="855345"/>
          </a:xfrm>
        </p:spPr>
        <p:txBody>
          <a:bodyPr>
            <a:normAutofit/>
          </a:bodyPr>
          <a:lstStyle/>
          <a:p>
            <a:r>
              <a:rPr lang="en-US" altLang="en-US" sz="2220" dirty="0"/>
              <a:t>AI-Powered Personalized Mock Interview Platform</a:t>
            </a:r>
            <a:br>
              <a:rPr lang="en-US" altLang="en-US" sz="2220" dirty="0"/>
            </a:br>
            <a:endParaRPr lang="en-US" altLang="en-US" sz="2220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975995" y="3035935"/>
            <a:ext cx="4080510" cy="1746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en-US" sz="2220" dirty="0"/>
            </a:br>
            <a:r>
              <a:rPr lang="en-US" altLang="en-US" sz="2220" dirty="0"/>
              <a:t>Submitted by </a:t>
            </a:r>
          </a:p>
          <a:p>
            <a:r>
              <a:rPr lang="en-US" altLang="en-US" sz="2220" dirty="0"/>
              <a:t>Nimit Gupta</a:t>
            </a:r>
            <a:br>
              <a:rPr lang="en-US" altLang="en-US" sz="2220" dirty="0"/>
            </a:br>
            <a:endParaRPr lang="en-US" altLang="en-US" sz="2220" dirty="0"/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307580" y="3559175"/>
            <a:ext cx="4277995" cy="17462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en-US" sz="2200" dirty="0"/>
            </a:br>
            <a:br>
              <a:rPr lang="en-US" altLang="en-US" sz="2200" dirty="0"/>
            </a:br>
            <a:r>
              <a:rPr lang="en-US" altLang="en-US" sz="2200" dirty="0"/>
              <a:t>Guide Name</a:t>
            </a:r>
            <a:br>
              <a:rPr lang="en-US" altLang="en-US" sz="2200" dirty="0"/>
            </a:br>
            <a:r>
              <a:rPr lang="en-US" altLang="en-US" sz="2200" dirty="0"/>
              <a:t>Department of Computer Science &amp; Engineering</a:t>
            </a:r>
            <a:br>
              <a:rPr lang="en-US" altLang="en-US" sz="2200" dirty="0"/>
            </a:br>
            <a:br>
              <a:rPr lang="en-US" altLang="en-US" sz="2200" dirty="0"/>
            </a:br>
            <a:endParaRPr lang="en-US" altLang="en-US" sz="2200" dirty="0"/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375" y="2319655"/>
            <a:ext cx="1894840" cy="110934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/>
        </p:nvSpPr>
        <p:spPr>
          <a:xfrm>
            <a:off x="1651000" y="1531620"/>
            <a:ext cx="9807575" cy="5683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220" dirty="0">
                <a:sym typeface="+mn-ea"/>
              </a:rPr>
              <a:t>Department of Computer Science &amp; Engineering</a:t>
            </a:r>
            <a:endParaRPr lang="en-US" altLang="en-US" sz="2220" dirty="0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1651000" y="5477510"/>
            <a:ext cx="9807575" cy="657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220" dirty="0">
                <a:sym typeface="+mn-ea"/>
              </a:rPr>
              <a:t>Academic Year 2026-27</a:t>
            </a:r>
            <a:endParaRPr lang="en-US" altLang="en-US" sz="2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and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Domain: Artificial Intelligence, Agentic Systems &amp; Natural Language Processing, applied to career/education technology</a:t>
            </a:r>
          </a:p>
          <a:p>
            <a:r>
              <a:rPr lang="en-US" sz="2000" dirty="0"/>
              <a:t>Interview preparation is a critical, high-stakes step for every graduating student entering the job market</a:t>
            </a:r>
          </a:p>
          <a:p>
            <a:r>
              <a:rPr lang="en-US" sz="2000" dirty="0"/>
              <a:t>Recent advances in Large Language Models (LLMs), Retrieval-Augmented Generation (RAG), and multi-agent orchestration frameworks (e.g. LangGraph) now make it possible to simulate realistic, adaptive interviews</a:t>
            </a:r>
          </a:p>
          <a:p>
            <a:r>
              <a:rPr lang="en-US" sz="2000" dirty="0"/>
              <a:t>This project sits at the intersection of Generative AI and EdTech, aiming to make personalized interview coaching accessible and scalable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 and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Existing platforms: </a:t>
            </a:r>
            <a:r>
              <a:rPr lang="en-US" sz="2000" dirty="0"/>
              <a:t>Pramp, Interviewing.io, LeetCode Mock Interviews, HireVue</a:t>
            </a:r>
          </a:p>
          <a:p>
            <a:r>
              <a:rPr lang="en-US" sz="2000" dirty="0"/>
              <a:t>These tools offer either peer-to-peer practice or a fixed, static bank of questions with no adaptation to the candidate's background</a:t>
            </a:r>
          </a:p>
          <a:p>
            <a:r>
              <a:rPr lang="en-US" sz="2000" dirty="0"/>
              <a:t>Research literature on LLM-based agents (ReAct, LangGraph multi-agent patterns) shows that decomposing a task into specialized agents improves reliability over single-prompt systems</a:t>
            </a:r>
          </a:p>
          <a:p>
            <a:r>
              <a:rPr lang="en-US" sz="2000" dirty="0"/>
              <a:t>RAG-based literature demonstrates that grounding LLM outputs in retrieved documents reduces hallucination and improves contextual relevance</a:t>
            </a:r>
          </a:p>
          <a:p>
            <a:r>
              <a:rPr lang="en-US" sz="2000" dirty="0"/>
              <a:t>Gap identified: no existing system combines resume-based personalization, adaptive difficulty, and structured post-interview roadmaps in one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Identification / Limitations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Static question banks: existing tools ask the same questions to every candidate regardless of skills, resume, or target role</a:t>
            </a:r>
          </a:p>
          <a:p>
            <a:r>
              <a:rPr lang="en-US" sz="2000" dirty="0"/>
              <a:t>No adaptive difficulty: question difficulty does not adjust based on how the candidate is actually performing</a:t>
            </a:r>
          </a:p>
          <a:p>
            <a:r>
              <a:rPr lang="en-US" sz="2000" dirty="0"/>
              <a:t>Shallow feedback: candidates are told whether they passed or failed, with no diagnostic explanation of weak areas</a:t>
            </a:r>
          </a:p>
          <a:p>
            <a:r>
              <a:rPr lang="en-US" sz="2000" dirty="0"/>
              <a:t>No structured follow-up: no existing system converts interview performance into an actionable, personalized study roadmap</a:t>
            </a:r>
          </a:p>
          <a:p>
            <a:r>
              <a:rPr lang="en-US" sz="2000" dirty="0"/>
              <a:t>Dependency on human availability: peer-to-peer platforms (e.g. Pramp) require another live participant, limiting scalability and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Planning /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Proposed system: </a:t>
            </a:r>
            <a:r>
              <a:rPr lang="en-US" sz="2000" dirty="0"/>
              <a:t>An AI-powered, personalized mock interview platform using agentic workflows and RAG</a:t>
            </a:r>
          </a:p>
          <a:p>
            <a:r>
              <a:rPr lang="en-US" sz="2000" b="1" dirty="0"/>
              <a:t>Core agents: </a:t>
            </a:r>
            <a:r>
              <a:rPr lang="en-US" sz="2000" dirty="0"/>
              <a:t>Resume Parse Agent, Question Generation Agent, Evaluation Agent, Roadmap Agent, Research Agent</a:t>
            </a:r>
          </a:p>
          <a:p>
            <a:r>
              <a:rPr lang="en-US" sz="2000" b="1" dirty="0"/>
              <a:t>Tech stack: </a:t>
            </a:r>
            <a:r>
              <a:rPr lang="en-US" sz="2000" dirty="0"/>
              <a:t>Python (FastAPI), LangGraph/LangChain, vector database for RAG, cloud storage (S3 / Cloudinary / R2)</a:t>
            </a:r>
          </a:p>
          <a:p>
            <a:r>
              <a:rPr lang="en-US" sz="2000" b="1" dirty="0"/>
              <a:t>Planned phases: </a:t>
            </a:r>
            <a:r>
              <a:rPr lang="en-US" sz="2000" dirty="0"/>
              <a:t>(1) Resume parsing &amp; profiling, (2) RAG pipeline &amp; question generation, (3) Evaluation &amp; adaptive difficulty, (4) Roadmap generation, (5) Testing &amp; integration</a:t>
            </a:r>
          </a:p>
          <a:p>
            <a:r>
              <a:rPr lang="en-US" sz="2000" b="1" dirty="0"/>
              <a:t>Expected outcome: </a:t>
            </a:r>
            <a:r>
              <a:rPr lang="en-US" sz="2000" dirty="0"/>
              <a:t>A working prototype that conducts a personalized mock interview end-to-end and outputs a study roadmap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Yao, S. et al., "ReAct: Synergizing Reasoning and Acting in Language Models," ICLR, 2023</a:t>
            </a:r>
          </a:p>
          <a:p>
            <a:r>
              <a:rPr lang="en-US" sz="1800" dirty="0"/>
              <a:t>Lewis, P. et al., "Retrieval-Augmented Generation for Knowledge-Intensive NLP Tasks," NeurIPS, 2020</a:t>
            </a:r>
          </a:p>
          <a:p>
            <a:r>
              <a:rPr lang="en-US" sz="1800" dirty="0"/>
              <a:t>LangChain / LangGraph Documentation, "Building Multi-Agent Systems," 2024</a:t>
            </a:r>
          </a:p>
          <a:p>
            <a:r>
              <a:rPr lang="en-US" sz="1800" dirty="0"/>
              <a:t>FastAPI Official Documentation, https://fastapi.tiangolo.com</a:t>
            </a:r>
          </a:p>
          <a:p>
            <a:r>
              <a:rPr lang="en-US" sz="1800" dirty="0"/>
              <a:t>Pramp, Interviewing.io, HireVue – Platform documentation and public product pages</a:t>
            </a:r>
          </a:p>
          <a:p>
            <a:r>
              <a:rPr lang="en-US" sz="1800" dirty="0"/>
              <a:t>Devlin, J. et al., "BERT: Pre-training of Deep Bidirectional Transformers for Language Understanding," NAACL, 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Project Title </vt:lpstr>
      <vt:lpstr>Content of Table...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Vikas Chaudhary</cp:lastModifiedBy>
  <cp:revision>4</cp:revision>
  <dcterms:created xsi:type="dcterms:W3CDTF">2025-07-23T00:59:00Z</dcterms:created>
  <dcterms:modified xsi:type="dcterms:W3CDTF">2026-09-18T08:31:43Z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09D0584F8FAA47D794A7513C71089BB3_11</vt:lpwstr>
  </property>
  <property fmtid="{D5CDD505-2E9C-101B-9397-08002B2CF9AE}" pid="3" name="KSOProductBuildVer">
    <vt:lpwstr>1033-12.2.0.23196</vt:lpwstr>
  </property>
</Properties>
</file>